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9" r:id="rId5"/>
    <p:sldId id="268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CE5B026-2FD2-16C2-4309-E126B48BD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82148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9C57A1-DE30-DD6C-29A7-ACCE8BEDBEFF}"/>
              </a:ext>
            </a:extLst>
          </p:cNvPr>
          <p:cNvSpPr txBox="1"/>
          <p:nvPr/>
        </p:nvSpPr>
        <p:spPr>
          <a:xfrm>
            <a:off x="3406052" y="2059449"/>
            <a:ext cx="471949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4400" dirty="0">
                <a:solidFill>
                  <a:srgbClr val="FF0000"/>
                </a:solidFill>
              </a:rPr>
              <a:t>Cookies vs Sessions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FA4D5-0017-C63F-54C3-BACE30010B6B}"/>
              </a:ext>
            </a:extLst>
          </p:cNvPr>
          <p:cNvSpPr txBox="1"/>
          <p:nvPr/>
        </p:nvSpPr>
        <p:spPr>
          <a:xfrm>
            <a:off x="3210560" y="3284351"/>
            <a:ext cx="834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CSA4305 INTERNET PROGRAMMING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9DDDF5-20A6-B555-5BCD-2744E0DB1D32}"/>
              </a:ext>
            </a:extLst>
          </p:cNvPr>
          <p:cNvSpPr txBox="1"/>
          <p:nvPr/>
        </p:nvSpPr>
        <p:spPr>
          <a:xfrm>
            <a:off x="8938350" y="4530344"/>
            <a:ext cx="2959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Presented By:</a:t>
            </a:r>
            <a:br>
              <a:rPr lang="en-IN" sz="2400" dirty="0"/>
            </a:br>
            <a:r>
              <a:rPr lang="en-IN" sz="2400" dirty="0"/>
              <a:t>T Gnaneswari</a:t>
            </a:r>
          </a:p>
          <a:p>
            <a:r>
              <a:rPr lang="en-IN" sz="2400" dirty="0"/>
              <a:t>192372183</a:t>
            </a:r>
          </a:p>
        </p:txBody>
      </p:sp>
    </p:spTree>
    <p:extLst>
      <p:ext uri="{BB962C8B-B14F-4D97-AF65-F5344CB8AC3E}">
        <p14:creationId xmlns:p14="http://schemas.microsoft.com/office/powerpoint/2010/main" val="1892100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6052" y="2059449"/>
            <a:ext cx="471949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4400" dirty="0">
                <a:solidFill>
                  <a:srgbClr val="FF0000"/>
                </a:solidFill>
              </a:rPr>
              <a:t>Cookies vs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968" y="32359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dirty="0"/>
              <a:t>Cookies and sessions are widely used to maintain user state in otherwise stateless HTTP communication.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Cookies mainly store data on the client/browser.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Sessions mainly store user data on the server and identify the user through a session ID.</a:t>
            </a:r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F43F8F3F-61BE-52DE-19D2-17C6EB93C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" y="309230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8480" y="1188258"/>
            <a:ext cx="30162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solidFill>
                  <a:srgbClr val="FF0000"/>
                </a:solidFill>
              </a:rPr>
              <a:t>What Are Cookies?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40" y="183639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A cookie is a small piece of data stored in the user's web browser.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The browser automatically sends relevant cookies with later HTTP requests.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Common uses: preferences, language selection, shopping-cart identifiers, analytics, and authentication tokens.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Cookies can be temporary (session cookies) or persistent with an expiry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AA139-71FE-ADFA-5D4A-AEDFB6623138}"/>
              </a:ext>
            </a:extLst>
          </p:cNvPr>
          <p:cNvSpPr txBox="1"/>
          <p:nvPr/>
        </p:nvSpPr>
        <p:spPr>
          <a:xfrm>
            <a:off x="538480" y="395222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lang="en-IN" sz="2800" dirty="0">
                <a:solidFill>
                  <a:srgbClr val="FF0000"/>
                </a:solidFill>
              </a:rPr>
              <a:t>What Are Sessions?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E0C3D-503B-3F0D-526B-5FE8FA839F6E}"/>
              </a:ext>
            </a:extLst>
          </p:cNvPr>
          <p:cNvSpPr txBox="1"/>
          <p:nvPr/>
        </p:nvSpPr>
        <p:spPr>
          <a:xfrm>
            <a:off x="853440" y="4600352"/>
            <a:ext cx="93370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US" sz="2000" dirty="0"/>
              <a:t>A session stores user-specific state on the server.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000" dirty="0"/>
              <a:t>The browser usually holds only a session identifier, commonly in a cookie.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000" dirty="0"/>
              <a:t>The server uses that identifier to retrieve login status, cart information, permissions, or other session data.</a:t>
            </a:r>
          </a:p>
          <a:p>
            <a:pPr>
              <a:spcAft>
                <a:spcPts val="1000"/>
              </a:spcAft>
              <a:defRPr sz="2000"/>
            </a:pPr>
            <a:r>
              <a:rPr lang="en-US" sz="2000" dirty="0"/>
              <a:t>Sessions normally expire after logout or a configured inactivity period.</a:t>
            </a:r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7EA2B3B2-7BB6-6B4B-441F-97432CB61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" y="28028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057" y="1630105"/>
            <a:ext cx="59254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FF0000"/>
                </a:solidFill>
              </a:rPr>
              <a:t>Cookies vs Sessions –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206099"/>
              </p:ext>
            </p:extLst>
          </p:nvPr>
        </p:nvGraphicFramePr>
        <p:xfrm>
          <a:off x="640080" y="221488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Cookies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Sessions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Client/browser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Typical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Small values / identifiers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User state and server-side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More exposed to client-side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Sensitive data stays server-side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Depends on server/session 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Server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Low storage burden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Consumes server/session-store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Expiry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Configured by cookie 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Controlled by server timeout/logout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AEB5299D-688A-7DF7-F465-A35596AD0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82148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54B893-0EFC-4488-5722-11188C728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" y="457200"/>
            <a:ext cx="10698480" cy="555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15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1025" y="1575724"/>
            <a:ext cx="279692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600" dirty="0">
                <a:solidFill>
                  <a:srgbClr val="FF0000"/>
                </a:solidFill>
              </a:rPr>
              <a:t>Security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5520" y="2488640"/>
            <a:ext cx="10515600" cy="3071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defRPr sz="1800"/>
            </a:pPr>
            <a:r>
              <a:rPr sz="2000" dirty="0"/>
              <a:t>Cookie risks: theft through XSS when not </a:t>
            </a:r>
            <a:r>
              <a:rPr sz="2000" dirty="0" err="1"/>
              <a:t>HttpOnly</a:t>
            </a:r>
            <a:r>
              <a:rPr sz="2000" dirty="0"/>
              <a:t>, interception without HTTPS/Secure, tampering when values are unsigned, and CSRF when cookies are automatically sent.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defRPr sz="1800"/>
            </a:pPr>
            <a:r>
              <a:rPr sz="2000" dirty="0"/>
              <a:t>Session risks: session hijacking, session fixation, weak session IDs, excessive session lifetime, and insecure server-side storage.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defRPr sz="1800"/>
            </a:pPr>
            <a:r>
              <a:rPr sz="2000" dirty="0"/>
              <a:t>Important protections: HTTPS, Secure, </a:t>
            </a:r>
            <a:r>
              <a:rPr sz="2000" dirty="0" err="1"/>
              <a:t>HttpOnly</a:t>
            </a:r>
            <a:r>
              <a:rPr sz="2000" dirty="0"/>
              <a:t>, </a:t>
            </a:r>
            <a:r>
              <a:rPr sz="2000" dirty="0" err="1"/>
              <a:t>SameSite</a:t>
            </a:r>
            <a:r>
              <a:rPr sz="2000" dirty="0"/>
              <a:t>, unpredictable session IDs, session rotation after login, short timeouts, and logout invalidation.</a:t>
            </a:r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80ACCD66-3DCC-FCE1-8488-F105BE894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82148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2925" y="1670271"/>
            <a:ext cx="49984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FF0000"/>
                </a:solidFill>
              </a:rPr>
              <a:t>Performance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7440" y="2631440"/>
            <a:ext cx="10515600" cy="273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2000"/>
            </a:pPr>
            <a:r>
              <a:rPr dirty="0"/>
              <a:t>Cookies add data to matching HTTP requests, so large cookies increase network overhead.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/>
            </a:pPr>
            <a:r>
              <a:rPr dirty="0"/>
              <a:t>Sessions reduce client-side data but require server storage and session lookup.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/>
            </a:pPr>
            <a:r>
              <a:rPr dirty="0"/>
              <a:t>Large-scale applications may use Redis or distributed caches for fast session access across multiple servers.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2000"/>
            </a:pPr>
            <a:r>
              <a:rPr dirty="0"/>
              <a:t>Best practice: keep cookies small and keep only necessary information in the session.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9DAB2EE2-1463-EDA1-D1F1-CD1575427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82148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2080" y="1552856"/>
            <a:ext cx="366677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FF0000"/>
                </a:solidFill>
              </a:rPr>
              <a:t>Real-Time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489200"/>
            <a:ext cx="10515600" cy="347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Login system: session stores authenticated user state; browser keeps a secure session ID cookie.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E-commerce cart: a guest cart identifier may be kept in a cookie; authenticated cart data can be stored server-side.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Banking/financial apps: server-side sessions with short inactivity timeouts are preferred for sensitive workflows.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Website preferences: theme, language, or consent choices can be stored in cookies when appropriate.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800"/>
            </a:pPr>
            <a:r>
              <a:rPr dirty="0"/>
              <a:t>Admin dashboard: sessions can maintain authenticated role and permission context.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FD036960-86E2-0CCA-2975-3B2D84B32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82148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1600" y="1654402"/>
            <a:ext cx="354212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FF0000"/>
                </a:solidFill>
              </a:rPr>
              <a:t>Example Login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0480" y="2569006"/>
            <a:ext cx="10515600" cy="331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1. User submits username and password.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2. Server verifies credentials and creates a session.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3. Server sends a session ID in a Secure, </a:t>
            </a:r>
            <a:r>
              <a:rPr dirty="0" err="1"/>
              <a:t>HttpOnly</a:t>
            </a:r>
            <a:r>
              <a:rPr dirty="0"/>
              <a:t> cookie.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4. Browser sends the cookie with later requests.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5. Server finds the session and recognizes the authenticated user.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6. On logout, the server invalidates the session and expires the cookie.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45A4E62B-4DFC-B941-3F06-BE8D8D052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82148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2483" y="1692215"/>
            <a:ext cx="51793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FF0000"/>
                </a:solidFill>
              </a:rPr>
              <a:t>Critical Analysis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435885"/>
            <a:ext cx="10515600" cy="3501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Cookies are simple and scalable for small client-side state, but sensitive information should not be stored directly in them.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Sessions provide stronger control over sensitive server-side state but require storage, cleanup, and scaling strategies.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Cookies and sessions are not always alternatives: many session systems use a cookie to carry the session ID.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  <a:defRPr sz="1900"/>
            </a:pPr>
            <a:r>
              <a:rPr dirty="0"/>
              <a:t>For authentication, combine server-side session controls with secure cookie attributes and HTTPS.</a:t>
            </a:r>
          </a:p>
        </p:txBody>
      </p:sp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049F4D2C-E8A4-179A-9A63-E21213DBE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82148"/>
            <a:ext cx="10953135" cy="1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EF2E3-D080-164C-3BB7-8C165073190B}"/>
              </a:ext>
            </a:extLst>
          </p:cNvPr>
          <p:cNvSpPr txBox="1"/>
          <p:nvPr/>
        </p:nvSpPr>
        <p:spPr>
          <a:xfrm>
            <a:off x="2641600" y="2092960"/>
            <a:ext cx="92252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0344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623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gnaneswari tirumanyam</dc:creator>
  <cp:keywords/>
  <dc:description>generated using python-pptx</dc:description>
  <cp:lastModifiedBy>gnaneswari tirumanyam</cp:lastModifiedBy>
  <cp:revision>3</cp:revision>
  <dcterms:created xsi:type="dcterms:W3CDTF">2013-01-27T09:14:16Z</dcterms:created>
  <dcterms:modified xsi:type="dcterms:W3CDTF">2026-08-13T07:58:20Z</dcterms:modified>
  <cp:category/>
</cp:coreProperties>
</file>